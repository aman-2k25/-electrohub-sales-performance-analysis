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1:51:15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1212 24575,'2'0'0,"0"1"0,-1-1 0,1 1 0,0-1 0,0 1 0,-1 0 0,1-1 0,0 1 0,-1 0 0,1 0 0,-1 0 0,1 0 0,1 2 0,18 19 0,-17-18 0,50 52 0,-23-24 0,-1 1 0,50 72 0,-68-88 0,18 21 0,-20-27 0,-1 0 0,-1 1 0,0-1 0,0 2 0,7 16 0,-2 6 0,15 33 0,-24-58 0,1-1 0,0 0 0,1 0 0,12 14 0,-16-20 0,0-1 0,1 0 0,-1 0 0,1 0 0,-1-1 0,1 1 0,0-1 0,-1 1 0,1-1 0,0 0 0,0 0 0,0 0 0,0-1 0,0 1 0,1-1 0,-1 1 0,0-1 0,0 0 0,0 0 0,0-1 0,0 1 0,6-2 0,5-1 0,-1-2 0,0 1 0,23-13 0,-28 13 0,339-204-2908,-149 82 1491,475-268-3974,18 26 2878,-658 352 2597,713-338-1887,-580 282 1501,285-132 4088,-423 189-2958,-12 4 617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1:51:20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1 711 24575,'0'5'0,"1"1"0,1-1 0,-1 0 0,1 0 0,0 0 0,0 0 0,0 0 0,1-1 0,0 1 0,5 7 0,7 12 0,-9-12 0,1 0 0,1-1 0,16 21 0,-17-23 0,0 2 0,-1-1 0,0 1 0,-1 0 0,8 21 0,0 1 0,-9-26 0,0 2 0,0 1 0,1-1 0,6 9 0,-9-16 0,0 1 0,0-1 0,0 0 0,0 0 0,0 0 0,0 0 0,1 0 0,-1-1 0,1 1 0,-1-1 0,1 1 0,0-1 0,-1 0 0,1 0 0,4 1 0,17 1 0,0-2 0,-1 0 0,1-1 0,0-2 0,39-7 0,-48 6 0,0-1 0,0 0 0,-1-1 0,1-1 0,-1 0 0,-1-1 0,17-11 0,84-68 0,-68 48 0,67-56-259,-5-4-1,129-150 0,-90 59 237,1-2-1,-109 142-1204,-33 39-4909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1:51:24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0 767 24575,'1'12'0,"1"-1"0,0 0 0,1 0 0,0-1 0,0 1 0,1 0 0,9 16 0,-2-2 0,44 88 0,-30-66 0,17 50 0,-40-93 0,140 415 0,-138-401 0,-3-10 0,1-1 0,0 0 0,4 10 0,-6-15 0,1-1 0,0 1 0,0-1 0,0 1 0,0-1 0,0 1 0,0-1 0,1 0 0,-1 1 0,0-1 0,1 0 0,-1 0 0,1 0 0,-1 0 0,1 0 0,-1 0 0,1-1 0,0 1 0,1 0 0,7 1 0,0-1 0,1 0 0,-1 0 0,0-1 0,10-2 0,-11 2 0,78-8-1377,159-37 0,-214 38 860,185-42-1051,52-15-2088,52-10 2131,40-10-920,1722-428-1473,757-172 4024,-2653 640 320,42-13 1217,-207 51-1394,-4 2 1342,28-11 0,-34 9 995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1:51:30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0 717 24575,'3'1'0,"0"-1"0,-1 1 0,1-1 0,-1 1 0,1 0 0,-1 0 0,1 0 0,-1 0 0,0 1 0,1-1 0,-1 0 0,0 1 0,0 0 0,2 2 0,29 31 0,-20-20 0,9 10 0,22 22 0,70 98 0,-76-88 0,30 49 0,-60-89 0,-1-1 0,-1 2 0,0-1 0,4 29 0,-5-22 0,14 38 0,-5-27 0,2-1 0,1-1 0,1-1 0,2-1 0,44 54 0,-43-59 0,-11-14 0,0 1 0,17 13 0,-23-22 0,0-1 0,1 1 0,0-1 0,-1-1 0,1 1 0,0-1 0,0 1 0,1-1 0,-1-1 0,10 3 0,-2-3 4,-1 1-1,1-2 1,-1 0-1,1 0 0,16-4 1,64-17-455,278-116-3886,-292 104 2887,793-353-4693,-12-29 2892,-691 332 3250,411-199-441,6 20 1965,-538 243-694,1-1 1944,63-34 1,-99 43 152,-18 12-5888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1:51:33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1 831 24575,'11'12'0,"0"0"0,0 1 0,-1 0 0,-1 0 0,12 23 0,-7-7 0,18 58 0,-22-64 0,0 1 0,2-2 0,29 43 0,-22-36 0,-12-18 0,-3-4 0,1 1 0,0-1 0,12 13 0,-15-18 0,0 0 0,1-1 0,-1 1 0,0 0 0,1-1 0,-1 0 0,1 1 0,-1-1 0,1 0 0,-1-1 0,1 1 0,0 0 0,0-1 0,-1 1 0,1-1 0,5 0 0,6-1 0,-1-2 0,0 0 0,0 0 0,-1-1 0,1 0 0,23-13 0,-5 3 0,880-333-8844,-517 204 5469,843-325 1666,-633 224 2935,-566 227 877,-17 5 305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1:51:36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0 495 24575,'1'2'0,"-1"-1"0,1 0 0,0 1 0,-1-1 0,1 0 0,0 0 0,0 1 0,0-1 0,0 0 0,0 0 0,0 0 0,0 0 0,0 0 0,0-1 0,2 2 0,2 2 0,155 122 0,-142-109 0,26 30 0,-6-6 0,-31-32 0,0-1 0,-1 1 0,0 0 0,9 19 0,-8-15 0,14 20 0,-19-31 0,0 1 0,1-1 0,-1 0 0,1 0 0,0 0 0,0 0 0,-1 0 0,1 0 0,0-1 0,1 0 0,-1 1 0,0-1 0,0 0 0,0-1 0,1 1 0,-1 0 0,0-1 0,1 0 0,-1 0 0,1 0 0,-1 0 0,6-2 0,3 0 0,0 0 0,1-1 0,-1-1 0,19-8 0,421-210-943,-12-29-1159,-189 105 173,122-74 3433,-357 209-2093,-3 1-3543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32F267-9A89-C2B5-C0D1-CA8A64965F16}"/>
                  </a:ext>
                </a:extLst>
              </p14:cNvPr>
              <p14:cNvContentPartPr/>
              <p14:nvPr/>
            </p14:nvContentPartPr>
            <p14:xfrm>
              <a:off x="476792" y="915256"/>
              <a:ext cx="1414440" cy="649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32F267-9A89-C2B5-C0D1-CA8A64965F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672" y="909136"/>
                <a:ext cx="142668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EACB13-5EDA-5FBB-6F80-AB8527885D3C}"/>
                  </a:ext>
                </a:extLst>
              </p14:cNvPr>
              <p14:cNvContentPartPr/>
              <p14:nvPr/>
            </p14:nvContentPartPr>
            <p14:xfrm>
              <a:off x="666872" y="3763936"/>
              <a:ext cx="534600" cy="38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EACB13-5EDA-5FBB-6F80-AB8527885D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752" y="3757816"/>
                <a:ext cx="54684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C47C132-96B1-73A8-E83C-338E261355BB}"/>
                  </a:ext>
                </a:extLst>
              </p14:cNvPr>
              <p14:cNvContentPartPr/>
              <p14:nvPr/>
            </p14:nvContentPartPr>
            <p14:xfrm>
              <a:off x="448352" y="3105496"/>
              <a:ext cx="2664360" cy="598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C47C132-96B1-73A8-E83C-338E261355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2232" y="3099376"/>
                <a:ext cx="2676600" cy="6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B076DA-F385-BB4B-369A-FEDDAC6F991B}"/>
                  </a:ext>
                </a:extLst>
              </p14:cNvPr>
              <p14:cNvContentPartPr/>
              <p14:nvPr/>
            </p14:nvContentPartPr>
            <p14:xfrm>
              <a:off x="471392" y="5429296"/>
              <a:ext cx="1668600" cy="622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B076DA-F385-BB4B-369A-FEDDAC6F99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5272" y="5423176"/>
                <a:ext cx="1680840" cy="6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B87E8B-9BC0-0B38-7DD9-49BDA7260D5D}"/>
                  </a:ext>
                </a:extLst>
              </p14:cNvPr>
              <p14:cNvContentPartPr/>
              <p14:nvPr/>
            </p14:nvContentPartPr>
            <p14:xfrm>
              <a:off x="597752" y="1633096"/>
              <a:ext cx="1313280" cy="461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B87E8B-9BC0-0B38-7DD9-49BDA7260D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1632" y="1626976"/>
                <a:ext cx="132552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EA810B-C0E1-2458-8F3E-CEECF785967C}"/>
                  </a:ext>
                </a:extLst>
              </p14:cNvPr>
              <p14:cNvContentPartPr/>
              <p14:nvPr/>
            </p14:nvContentPartPr>
            <p14:xfrm>
              <a:off x="626552" y="2139256"/>
              <a:ext cx="738360" cy="318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EA810B-C0E1-2458-8F3E-CEECF785967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0432" y="2133136"/>
                <a:ext cx="750600" cy="33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43</TotalTime>
  <Words>143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Aman Maurya</cp:lastModifiedBy>
  <cp:revision>36</cp:revision>
  <dcterms:created xsi:type="dcterms:W3CDTF">2024-07-03T21:35:18Z</dcterms:created>
  <dcterms:modified xsi:type="dcterms:W3CDTF">2025-11-03T11:51:43Z</dcterms:modified>
</cp:coreProperties>
</file>